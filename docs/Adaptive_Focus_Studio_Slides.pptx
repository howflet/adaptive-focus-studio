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Intro: who I am, what the app is, and what I'll cover. Solo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plan study blocks but don't know how long they really finish. Everything stays on the phone: no accounts, no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presets, editor, session with receipt, history, settings. These are screenshots from my Galaxy S22.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Parent/child tables, foreign keys on, delete policy, validation. Settings are four key/value pairs so SharedPreferences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Layers, no state management package. Timer rules are plain Dart with a fake clock in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Rule-based, not generative AI. Median of the last 3 finished sessions in the same mood. Apply only moves the slider.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made-up cases. This only shows the rule behaves as expected, it is not proof for real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56 automated tests; manual S22 and emulator runs; the R8 bug the tests could not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ClickUp card, PR 7, the commits and the tests for Session Scout. Be honest that the board dates drifted.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 about limits. Tests passing didn't mean the release app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800" b="1">
                <a:solidFill>
                  <a:srgbClr val="1A1A1A"/>
                </a:solidFill>
                <a:latin typeface="Helvetica"/>
              </a:rPr>
              <a:t>Adaptive Focus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555555"/>
                </a:solidFill>
                <a:latin typeface="Helvetica"/>
              </a:rPr>
              <a:t>An offline study timer with SQLite, SharedPreferences and a small rule-based helper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555555"/>
                </a:solidFill>
                <a:latin typeface="Helvetica"/>
              </a:rPr>
              <a:t>Howard Fletcher, Mobile App Development, Project 1 (solo, undergraduate)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Helvetica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Study sessions get planned too long or too short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Most timer apps want an account or a connection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I wanted presets, a timer I can pause, and a record of what I actually did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Offline first: SQLite for the data, SharedPreferences for settings, no network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Helvetica"/>
              </a:rPr>
              <a:t>The app: five screens</a:t>
            </a:r>
          </a:p>
        </p:txBody>
      </p:sp>
      <p:pic>
        <p:nvPicPr>
          <p:cNvPr id="3" name="Picture 2" descr="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2278966" cy="4937760"/>
          </a:xfrm>
          <a:prstGeom prst="rect">
            <a:avLst/>
          </a:prstGeom>
        </p:spPr>
      </p:pic>
      <p:pic>
        <p:nvPicPr>
          <p:cNvPr id="4" name="Picture 3" descr="s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1280160"/>
            <a:ext cx="2278966" cy="4937760"/>
          </a:xfrm>
          <a:prstGeom prst="rect">
            <a:avLst/>
          </a:prstGeom>
        </p:spPr>
      </p:pic>
      <p:pic>
        <p:nvPicPr>
          <p:cNvPr id="5" name="Picture 4" descr="s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280160"/>
            <a:ext cx="2278966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Helvetica"/>
              </a:rPr>
              <a:t>Presets with mood filter and average  |  Focus session and receipt  |  History with total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Helvetica"/>
              </a:rPr>
              <a:t>Two tables and a settings store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6675120"/>
              </a:tblGrid>
              <a:tr h="822960">
                <a:tc>
                  <a:txBody>
                    <a:bodyPr/>
                    <a:lstStyle/>
                    <a:p>
                      <a:r>
                        <a:rPr sz="1500" b="1">
                          <a:latin typeface="Helvetica"/>
                        </a:rPr>
                        <a:t>FocusPreset (parent)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Helvetica"/>
                        </a:rPr>
                        <a:t>SessionLog (child)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 b="0">
                          <a:latin typeface="Helvetica"/>
                        </a:rPr>
                        <a:t>id, label (1 to 40), moodTag, plannedSeconds (300 to 7200)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Helvetica"/>
                        </a:rPr>
                        <a:t>id, presetId (FK), startedAt, plannedSecondsSnapshot, completedSeconds, moodTagSnapshot, status, source, note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383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Helvetica"/>
              </a:rPr>
              <a:t>- Full create, read, update, delete on both tables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Helvetica"/>
              </a:rPr>
              <a:t>- Deleting a preset deletes its logs in one transaction, after a dialog that shows how many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Helvetica"/>
              </a:rPr>
              <a:t>- Queries use ? placeholders. Models validate themselves before anything is written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Helvetica"/>
              </a:rPr>
              <a:t>- SharedPreferences: default duration, reduce motion, sound effects, confirm before reset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Helvetica"/>
              </a:rPr>
              <a:t>How it's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Screens and widgets on top, plain Dart helpers in the middle, database and settings at the bottom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StatefulWidget + setState. The database is the source of truth and screens reload after changes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SessionTimer works out time from timestamps, so pausing and late ticks can't throw it off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Timer is cancelled in dispose() and every async callback checks mounted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Save is guarded so five quick taps make one 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Helvetica"/>
              </a:rPr>
              <a:t>Session Scout: the smart helper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Rule-based, runs on the phone, no network and no API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Takes the last 3 finished sessions in the same mood and suggests the median, kept between 10 and 60 min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Fewer than 3: it says "Not enough history yet (N of 3)" and suggests nothing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Baseline to beat: a fixed 25 minutes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Apply only fills the slider. Nothing saves until I press Save. Dismiss hides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Helvetica"/>
              </a:rPr>
              <a:t>Does it help? A small test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74980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05840"/>
                <a:gridCol w="100584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r>
                        <a:rPr sz="1600" b="1">
                          <a:latin typeface="Helvetica"/>
                        </a:rPr>
                        <a:t>Last 3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Helvetica"/>
                        </a:rPr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Helvetica"/>
                        </a:rPr>
                        <a:t>Scout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Helvetica"/>
                        </a:rPr>
                        <a:t>Scout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Helvetica"/>
                        </a:rPr>
                        <a:t>Baseline error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20, 30, 25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40, 45, 50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23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15, 20, 25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30, 35, 30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55, 60, 50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27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20, 25, 58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Helvetica"/>
                        </a:rPr>
                        <a:t>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Helvetica"/>
              </a:rPr>
              <a:t>Mean absolute error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Helvetica"/>
              </a:rPr>
              <a:t>Scout: 7.0 min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Helvetica"/>
              </a:rPr>
              <a:t>Baseline: 16.0 min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Helvetica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Helvetica"/>
              </a:rPr>
              <a:t>Counterexample: 20, 25, 58 gives 25. If the next one is 55, it's off by 30. A median of three can't see a trend.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Helvetica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Helvetica"/>
              </a:rPr>
              <a:t>I wrote the cases myself, so they aren't independent.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Helvetica"/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- 56 automated tests pass and flutter analyze is clean (database, timer with a fake clock, Scout cases, widget flows)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Manual run on a Galaxy S22 and an Android 15 emulator in airplane mode: preset, saved session and a setting all survive a force-stop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Found a real bug that way: in the release APK settings never saved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Cause: R8 shrinking broke the shared_preferences plugin. Turning it off for release fixed it (PR 10)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  <a:latin typeface="Helvetica"/>
              </a:rPr>
              <a:t>- Not tested: a second physical phone. No peer observation (solo project)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Helvetica"/>
              </a:rPr>
              <a:t>Workflow and one task-to-code-to-test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675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Helvetica"/>
              </a:rPr>
              <a:t>ClickUp card: Session Scout and test fixtures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Helvetica"/>
              </a:rPr>
              <a:t>Branch feature/session-scout, pull request 7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Helvetica"/>
              </a:rPr>
              <a:t>Code: 644406d Scout function, c2b4e4b Scout card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Helvetica"/>
              </a:rPr>
              <a:t>Tests: 744e868 cases C1 to C6 + evaluation, bc72c28 editor tests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Helvetica"/>
              </a:rPr>
              <a:t>Result: all pass; card moved to Complete after the merge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Helvetica"/>
              </a:rPr>
              <a:t/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Helvetica"/>
              </a:rPr>
              <a:t>Board: columns To Do, In Progress, In Review, Complete. Limit 2 in progress and 2 in review.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Helvetica"/>
              </a:rPr>
              <a:t>Honest part: the first two cards were late, 43 of 52 commits are on Oct 20 and Oct 23.</a:t>
            </a:r>
          </a:p>
        </p:txBody>
      </p:sp>
      <p:pic>
        <p:nvPicPr>
          <p:cNvPr id="4" name="Picture 3" descr="board-2026-10-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371600"/>
            <a:ext cx="4855688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5669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555555"/>
                </a:solidFill>
                <a:latin typeface="Helvetica"/>
              </a:rPr>
              <a:t>Board on Oct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Helvetica"/>
              </a:rPr>
              <a:t>Known issues and what I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1A1A1A"/>
                </a:solidFill>
                <a:latin typeface="Helvetica"/>
              </a:rPr>
              <a:t>- Scout can't see trends and only looks at 3 sessions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A1A1A"/>
                </a:solidFill>
                <a:latin typeface="Helvetica"/>
              </a:rPr>
              <a:t>- A running timer isn't restored if the app is killed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A1A1A"/>
                </a:solidFill>
                <a:latin typeface="Helvetica"/>
              </a:rPr>
              <a:t>- Landscape and large text sizes aren't verified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A1A1A"/>
                </a:solidFill>
                <a:latin typeface="Helvetica"/>
              </a:rPr>
              <a:t>- Passing tests isn't the same as a working app: I only found the settings bug on the phone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A1A1A"/>
                </a:solidFill>
                <a:latin typeface="Helvetica"/>
              </a:rPr>
              <a:t>- Keeping rules out of widgets made them easy to test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A1A1A"/>
                </a:solidFill>
                <a:latin typeface="Helvetica"/>
              </a:rPr>
              <a:t>- Next time: smaller cards, update the board when the PR merges, test the release build early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800" b="1">
                <a:solidFill>
                  <a:srgbClr val="1A1A1A"/>
                </a:solidFill>
                <a:latin typeface="Helvetica"/>
              </a:rPr>
              <a:t>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555555"/>
                </a:solidFill>
                <a:latin typeface="Helvetica"/>
              </a:rPr>
              <a:t>github.com/Howflet/Adaptive-Focus-Studio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